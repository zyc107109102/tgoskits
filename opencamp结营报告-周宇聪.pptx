
<file path=[Content_Types].xml><?xml version="1.0" encoding="utf-8"?>
<Types xmlns="http://schemas.openxmlformats.org/package/2006/content-types">
  <Default Extension="xml" ContentType="application/xml"/>
  <Default Extension="mp4" ContentType="video/unknown"/>
  <Default Extension="wmf" ContentType="image/x-wmf"/>
  <Default Extension="png" ContentType="image/png"/>
  <Default Extension="jpeg" ContentType="image/jpeg"/>
  <Default Extension="rels" ContentType="application/vnd.openxmlformats-package.relationships+xml"/>
  <Default Extension="bin" ContentType="application/vnd.openxmlformats-officedocument.oleObject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notesSlides/notesSlide13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5" d="100"/>
          <a:sy n="115" d="100"/>
        </p:scale>
        <p:origin x="396" y="-12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391215" name="頁首預留位置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21818268" name="日期預留位置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2026/4/10</a:t>
            </a:fld>
            <a:endParaRPr lang="zh-CN"/>
          </a:p>
        </p:txBody>
      </p:sp>
      <p:sp>
        <p:nvSpPr>
          <p:cNvPr id="1104527854" name="投影片影像預留位置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112813558" name="備忘稿預留位置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770929430" name="頁尾預留位置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092091213" name="投影片編號預留位置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321493" name="投影片影像預留位置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75553601" name="備忘稿預留位置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>
              <a:latin typeface="Arial"/>
              <a:cs typeface="Arial"/>
            </a:endParaRPr>
          </a:p>
        </p:txBody>
      </p:sp>
      <p:sp>
        <p:nvSpPr>
          <p:cNvPr id="663348576" name="投影片編號預留位置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zh-CN"/>
              <a:t>1</a:t>
            </a:fld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8CCD41-42FE-0AC5-6145-AA8FFE6411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34E422-393F-3B1D-013C-A1C336D084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7047AF-66F0-89E0-2FE7-25F80E9F8B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D9962E-5ABF-7788-8F5F-AEB97C7F9E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4B4EE7-03C8-D953-CDEC-629FB69D4D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B9F11-F760-BA18-2EDD-074AAF6984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CE75AC-9F81-274C-714D-17E9F2C513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629F6-80A3-8E42-CC51-5F7D3447F8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531AD2-5EE5-3132-D87F-5307FDA38E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8DFD31-103C-6B1B-A4C5-B0262DC0A8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5B03E1-0866-4657-495F-C6898EDB1F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0902B-B6A7-AB50-DA02-CE4E34EEAB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5CBF33-9F44-C6AE-8F9F-7B465D3618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7D680-3485-D30D-CA79-BEB94B728C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81DCF4-AED0-41A0-C7EF-1243B64A09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580523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272691190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1289422611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741650619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77514683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04174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634577784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964086735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97692778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8015628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394753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25314749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476640900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67153719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896891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5754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41477889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723849286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972800886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773402517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764206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368372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60914047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162292074" name="内容占位符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967911221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57204339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780923583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902608795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420417780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083633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372562989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1375875388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23998226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04758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1034649876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876095789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68548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977874068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86198967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1732807250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1835858251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13778278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298287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382598957" name="图片占位符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zh-CN"/>
              <a:t>點擊圖示以新增圖片</a:t>
            </a:r>
            <a:endParaRPr/>
          </a:p>
        </p:txBody>
      </p:sp>
      <p:sp>
        <p:nvSpPr>
          <p:cNvPr id="672831295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13633781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752929290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14565096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69804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938043811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891974167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501839541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333773511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297645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2158033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066721039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322349971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2126091332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709622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162956841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148407685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BCC18F51-09EC-435C-A3BA-64A766E099C0}" type="datetimeFigureOut">
              <a:rPr lang="en-US"/>
              <a:t>2026/4/10</a:t>
            </a:fld>
            <a:endParaRPr lang="zh-CN"/>
          </a:p>
        </p:txBody>
      </p:sp>
      <p:sp>
        <p:nvSpPr>
          <p:cNvPr id="47165567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669335267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fld id="{08395586-F03A-48D1-94DF-16B239DF4FB5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microsoft.com/office/2007/relationships/media" Target="../media/media1.mp4"/><Relationship Id="rId5" Type="http://schemas.openxmlformats.org/officeDocument/2006/relationships/video" Target="../media/media1.mp4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microsoft.com/office/2007/relationships/media" Target="../media/media2.mp4"/><Relationship Id="rId5" Type="http://schemas.openxmlformats.org/officeDocument/2006/relationships/video" Target="../media/media2.mp4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microsoft.com/office/2007/relationships/media" Target="../media/media3.mp4"/><Relationship Id="rId5" Type="http://schemas.openxmlformats.org/officeDocument/2006/relationships/video" Target="../media/media3.mp4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672365" name="标题 1"/>
          <p:cNvSpPr>
            <a:spLocks noGrp="1"/>
          </p:cNvSpPr>
          <p:nvPr>
            <p:ph type="ctrTitle"/>
          </p:nvPr>
        </p:nvSpPr>
        <p:spPr bwMode="auto">
          <a:xfrm flipH="0" flipV="0">
            <a:off x="1033905" y="1122363"/>
            <a:ext cx="10199687" cy="2387599"/>
          </a:xfrm>
        </p:spPr>
        <p:txBody>
          <a:bodyPr/>
          <a:lstStyle/>
          <a:p>
            <a:pPr>
              <a:defRPr/>
            </a:pPr>
            <a:r>
              <a:rPr lang="zh-CN" sz="6000" b="0" i="0" u="none" strike="noStrike" cap="none" spc="0">
                <a:solidFill>
                  <a:schemeClr val="tx1"/>
                </a:solidFill>
                <a:latin typeface="等线 Light"/>
                <a:ea typeface="等线 Light"/>
                <a:cs typeface="等线 Light"/>
              </a:rPr>
              <a:t>StarryOS项目训练营总结报告</a:t>
            </a:r>
            <a:endParaRPr lang="zh-CN"/>
          </a:p>
        </p:txBody>
      </p:sp>
      <p:sp>
        <p:nvSpPr>
          <p:cNvPr id="723905427" name="副标题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汇报人</a:t>
            </a:r>
            <a:r>
              <a:rPr lang="en-US"/>
              <a:t>：周宇聪（zyc107109102）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7499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阶段一</a:t>
            </a:r>
            <a:r>
              <a:rPr lang="en-US"/>
              <a:t>：syscall的测试和修复</a:t>
            </a:r>
            <a:endParaRPr/>
          </a:p>
        </p:txBody>
      </p:sp>
      <p:sp>
        <p:nvSpPr>
          <p:cNvPr id="27459829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sendto  向指定地址发送数据报。主要用于udp协议</a:t>
            </a:r>
            <a:endParaRPr lang="zh-CN" sz="2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recvfrom 接收数据报并获取源地址</a:t>
            </a:r>
            <a:endParaRPr lang="zh-CN" sz="2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sendmsg 发送高级消息（Scatter/Gather + 控制信息）</a:t>
            </a:r>
            <a:endParaRPr lang="zh-CN" sz="2800" b="0" i="0" u="none" strike="noStrike" cap="none" spc="0">
              <a:solidFill>
                <a:schemeClr val="tx1"/>
              </a:solidFill>
              <a:latin typeface="等线"/>
              <a:cs typeface="等线"/>
            </a:endParaRPr>
          </a:p>
          <a:p>
            <a:pPr>
              <a:defRPr/>
            </a:pPr>
            <a:r>
              <a:rPr lang="zh-CN" sz="2800" b="0" i="0" u="none" strike="noStrike" cap="none" spc="0">
                <a:solidFill>
                  <a:schemeClr val="tx1"/>
                </a:solidFill>
                <a:latin typeface="等线"/>
                <a:ea typeface="等线"/>
                <a:cs typeface="等线"/>
              </a:rPr>
              <a:t>recvmsg 接收高级消息（状态回填 + 截断检测）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26906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测试并修复若干问题</a:t>
            </a:r>
            <a:endParaRPr/>
          </a:p>
        </p:txBody>
      </p:sp>
      <p:sp>
        <p:nvSpPr>
          <p:cNvPr id="461891008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77046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阶段二</a:t>
            </a:r>
            <a:r>
              <a:rPr lang="en-US"/>
              <a:t>：一些中小应用的适配</a:t>
            </a:r>
            <a:endParaRPr/>
          </a:p>
        </p:txBody>
      </p:sp>
      <p:sp>
        <p:nvSpPr>
          <p:cNvPr id="783445187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适配pip</a:t>
            </a:r>
            <a:endParaRPr/>
          </a:p>
          <a:p>
            <a:pPr>
              <a:defRPr/>
            </a:pPr>
            <a:r>
              <a:rPr/>
              <a:t>适配mosquitto</a:t>
            </a:r>
            <a:endParaRPr/>
          </a:p>
          <a:p>
            <a:pPr>
              <a:defRPr/>
            </a:pPr>
            <a:r>
              <a:rPr/>
              <a:t>适配ffmpeg</a:t>
            </a:r>
            <a:endParaRPr/>
          </a:p>
          <a:p>
            <a:pPr>
              <a:defRPr/>
            </a:pPr>
            <a:r>
              <a:rPr/>
              <a:t>若干修复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66960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测试并修复若干问题</a:t>
            </a:r>
            <a:endParaRPr/>
          </a:p>
        </p:txBody>
      </p:sp>
      <p:sp>
        <p:nvSpPr>
          <p:cNvPr id="151216563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68995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阶段三</a:t>
            </a:r>
            <a:r>
              <a:rPr lang="en-US"/>
              <a:t>：Wayland图形栈的完善</a:t>
            </a:r>
            <a:endParaRPr/>
          </a:p>
        </p:txBody>
      </p:sp>
      <p:sp>
        <p:nvSpPr>
          <p:cNvPr id="211673225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适配ffplay</a:t>
            </a:r>
            <a:endParaRPr/>
          </a:p>
          <a:p>
            <a:pPr>
              <a:defRPr/>
            </a:pPr>
            <a:r>
              <a:rPr/>
              <a:t>适配doom</a:t>
            </a:r>
            <a:endParaRPr/>
          </a:p>
          <a:p>
            <a:pPr>
              <a:defRPr/>
            </a:pPr>
            <a:r>
              <a:rPr/>
              <a:t>适配qt</a:t>
            </a:r>
            <a:r>
              <a:rPr lang="en-US"/>
              <a:t>-calc</a:t>
            </a:r>
            <a:endParaRPr/>
          </a:p>
          <a:p>
            <a:pPr>
              <a:defRPr/>
            </a:pPr>
            <a:r>
              <a:rPr/>
              <a:t>若干修复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82344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33" y="-18321"/>
            <a:ext cx="11836213" cy="6858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7060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ffplay</a:t>
            </a:r>
            <a:endParaRPr/>
          </a:p>
        </p:txBody>
      </p:sp>
      <p:sp>
        <p:nvSpPr>
          <p:cNvPr id="126932209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sdl2视频播放器测试</a:t>
            </a:r>
            <a:endParaRPr lang="en-US"/>
          </a:p>
          <a:p>
            <a:pPr>
              <a:defRPr/>
            </a:pPr>
            <a:r>
              <a:rPr lang="en-US"/>
              <a:t>实现了opengl llvmpipe模式的渲染</a:t>
            </a:r>
            <a:endParaRPr lang="en-US"/>
          </a:p>
          <a:p>
            <a:pPr>
              <a:defRPr/>
            </a:pPr>
            <a:r>
              <a:rPr lang="en-US"/>
              <a:t>未来实现gpu驱动，可以一步实现硬件加速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4526533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337610" y="966507"/>
            <a:ext cx="10416134" cy="54908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014589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doomgeneric</a:t>
            </a:r>
            <a:endParaRPr/>
          </a:p>
        </p:txBody>
      </p:sp>
      <p:sp>
        <p:nvSpPr>
          <p:cNvPr id="1007186754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sdl</a:t>
            </a:r>
            <a:r>
              <a:rPr lang="en-US"/>
              <a:t>2游戏测试</a:t>
            </a:r>
            <a:endParaRPr lang="en-US"/>
          </a:p>
          <a:p>
            <a:pPr>
              <a:defRPr/>
            </a:pPr>
            <a:r>
              <a:rPr lang="en-US"/>
              <a:t>验证了鼠标键盘的点击</a:t>
            </a:r>
            <a:endParaRPr lang="en-US"/>
          </a:p>
          <a:p>
            <a:pPr>
              <a:defRPr/>
            </a:pPr>
            <a:r>
              <a:rPr lang="en-US"/>
              <a:t>修复了opengl渲染路径窗口撕裂问题</a:t>
            </a:r>
            <a:endParaRPr lang="en-US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9566744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323602" y="1343511"/>
            <a:ext cx="9412940" cy="4874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78161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qt</a:t>
            </a:r>
            <a:r>
              <a:rPr lang="en-US"/>
              <a:t>-calc</a:t>
            </a:r>
            <a:endParaRPr/>
          </a:p>
        </p:txBody>
      </p:sp>
      <p:sp>
        <p:nvSpPr>
          <p:cNvPr id="86441214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qt</a:t>
            </a:r>
            <a:r>
              <a:rPr lang="en-US"/>
              <a:t>6图形库测试</a:t>
            </a:r>
            <a:endParaRPr lang="en-US"/>
          </a:p>
          <a:p>
            <a:pPr>
              <a:defRPr/>
            </a:pPr>
            <a:r>
              <a:rPr lang="en-US"/>
              <a:t>同时进行了weston-desktop-shell适配</a:t>
            </a:r>
            <a:endParaRPr lang="en-US"/>
          </a:p>
          <a:p>
            <a:pPr>
              <a:defRPr/>
            </a:pPr>
            <a:r>
              <a:rPr lang="en-US"/>
              <a:t>彻底修复了鼠标键盘点击失效问题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9674753" name="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 rotWithShape="1">
          <a:blip r:embed="rId3"/>
          <a:stretch/>
        </p:blipFill>
        <p:spPr bwMode="auto">
          <a:xfrm flipH="0" flipV="0">
            <a:off x="211543" y="868455"/>
            <a:ext cx="9286875" cy="53788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86278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修复诸多问题</a:t>
            </a:r>
            <a:endParaRPr/>
          </a:p>
        </p:txBody>
      </p:sp>
      <p:sp>
        <p:nvSpPr>
          <p:cNvPr id="49553757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55277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3081" y="1008529"/>
            <a:ext cx="6791324" cy="5873563"/>
          </a:xfrm>
          <a:prstGeom prst="rect">
            <a:avLst/>
          </a:prstGeom>
        </p:spPr>
      </p:pic>
      <p:pic>
        <p:nvPicPr>
          <p:cNvPr id="102252028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788243" y="2757767"/>
            <a:ext cx="5343525" cy="41243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27948" name="标题 1"/>
          <p:cNvSpPr>
            <a:spLocks noGrp="1"/>
          </p:cNvSpPr>
          <p:nvPr>
            <p:ph type="title"/>
          </p:nvPr>
        </p:nvSpPr>
        <p:spPr bwMode="auto">
          <a:xfrm>
            <a:off x="838199" y="2686843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/>
              <a:t>感谢各位</a:t>
            </a:r>
            <a:r>
              <a:rPr lang="en-US"/>
              <a:t>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modified xsi:type="dcterms:W3CDTF">2026-06-27T20:00:29Z</dcterms:modified>
</cp:coreProperties>
</file>